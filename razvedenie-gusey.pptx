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мой пк\Documents\MultiTool\HomeChats\Chat\geese-cover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6459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Разведение и выращивание гусей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Школьный проект · Биология · 9 класс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Автор: Камший Пётр · Руководитель: Меркулова А.О. · Краснодар, 2026</a:t>
            </a:r>
            <a:endParaRPr lang="en-US" sz="14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ПРОЕКТЕ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303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4884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606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рекомендации для эффективного разведения и выращивания гусей в фермерских хозяйствах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329184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74904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Изучить биологические особенности и породы гусей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Описать полный цикл: от яйца до взрослой птицы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рекомендации по содержанию, кормлению и профилактике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Оценить экономическую эффективность гусеводства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Гипотеза· Объект· Предмет· Методы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430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6002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Комплексная программа (отбор, кормление, профилактика) повысит экономическую эффективность гусеводства и качество продукции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105430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2461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цикл разведения гусей: технологии производства, биология птиц, способы повышения эффективности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023360"/>
            <a:ext cx="105430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069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48056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Технологические и организационные методы управления разведением для сокращения затрат и увеличения производительности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1054303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303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571500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теоретических, эмпирических, экспериментальных, статистических и экспертных подходов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1 · ТЕОРИЯ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Гусеводство: история и значение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303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Одомашнивание гусей началось тысячелетия назад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Древний Египет: гусь — воплощение бога солнца Ра, символ в погребальном культе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век до н. э.: римляне и греки начали целенаправленное выращивание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Средние века: крупные стада в поместьях феодалов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XVIII–XIX вв.: русские учёные вывели холмогорскую, итальянскую, арзамасскую породы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Сегодня: мясо, яйцо, перо и пух — ценные продукты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БИОЛОГИЯ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Серый гусь — предок домашних пород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303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Дикий серый гусь (Anser anser) — предок почти всех домашних пород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Крупная голова, короткий хвост, мощные крылья для дальних перелётов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Склонность к социальным отношениям — формируют прочные семьи и коллективы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Плотное оперение защищает от холода; ноги с чешуйками для плавания по скользким поверхностям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Развитая пищеварительная система — переваривают траву, зерно, овощи и фрукты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Средняя продолжительность жизни: 10–20 лет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Продуктивность: до 8–12 кг веса, до 30 яиц в год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ПОРОДЫ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породы гусей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286000"/>
                <a:gridCol w="4206240"/>
              </a:tblGrid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Порода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Вес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Яйценоскость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Особенности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Большой серый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8 кг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20 яиц/год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Быстрый рост, без водоёма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Холмогорская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12 кг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30 яиц/год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Долгожители (до 17 лет)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Тулузская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10 кг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30 яиц/год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Печень фуа-гра, покладистые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Итальянская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5–7 кг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90 яиц/год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Высокая яйценоскость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Роменская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6–7 кг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 25 яиц/год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Отменный вкус мяса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Условия для взрослых гусей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303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Просторный выгул — не менее 10–15 м² на птицу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Наличие водоёма (естественного или искусственного)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Сухой, вентилируемый птичник без сквозняков, t° зимой не ниже +5°C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Глубокая подстилка из соломы или стружек — регулярная замена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Соотношение: 1 гусак на 3–5 гусынь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Гнёзда для яйцекладки — в тихом уединённом месте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Зольные ванны для защиты от кожных паразитов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ПИТАНИЕ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Рацион гусей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рациона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Зелёная трава (пастбище)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Зерновые: пшеница, овёс, ячмень, кукуруза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Бобовые: люцерна, клевер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Сено и травяная мука (зимой)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Овощи: морковь, свекла, картофель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3716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Добавки и режим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63640" y="1920240"/>
            <a:ext cx="5349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Рыбная и мясокостная мука — белок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Мел, ракушечник, скорлупа — кальций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Витаминно-минеральные премиксы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Летом — кормление 1 раз/день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Зимой — 2–3 раза/день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ГЛАВА 2 · 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1: Подготовка яиц к инкубации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Сбор· Хранение· Отбор· Дезинфекция</a:t>
            </a:r>
            <a:endParaRPr lang="en-US" sz="1200" dirty="0"/>
          </a:p>
        </p:txBody>
      </p:sp>
      <p:pic>
        <p:nvPicPr>
          <p:cNvPr id="5" name="Image 0" descr="C:\Users\мой пк\Documents\MultiTool\HomeChats\Chat\gus-inkubaciya.jpg">    </p:cNvPr>
          <p:cNvPicPr>
            <a:picLocks noChangeAspect="1"/>
          </p:cNvPicPr>
          <p:nvPr/>
        </p:nvPicPr>
        <p:blipFill>
          <a:blip r:embed="rId1"/>
          <a:srcRect l="0" r="0" t="11538" b="11538"/>
          <a:stretch/>
        </p:blipFill>
        <p:spPr>
          <a:xfrm>
            <a:off x="6263640" y="1737360"/>
            <a:ext cx="53492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ежедневно утром, очистка мягкой щёткой (не мыть!)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Хранение: t° +12…+16°C, влажность 70%, острым концом вниз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Отбор по размеру, форме, целостности скорлупы, чистоте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Овоскопия — выявление дефектов внутренней структуры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Дезинфекция: формальдегидом (газ) или антисептиками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2: Параметры инкубации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737360"/>
                <a:gridCol w="1554480"/>
                <a:gridCol w="1737360"/>
                <a:gridCol w="3291840"/>
              </a:tblGrid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Период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Сроки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Температура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Влажность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Поворот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7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Охлаждение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680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1–7 день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37,8°C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раза/сут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8–14 день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37,8°C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4–6 раз/сут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15–27 день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37,8°C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4–6 раз/сут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раза по 15–20 мин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28–30 день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37,5°C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85–90%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3B3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3: Вылупление и стартерный период</a:t>
            </a:r>
            <a:endParaRPr lang="en-US" sz="3000" dirty="0"/>
          </a:p>
        </p:txBody>
      </p:sp>
      <p:pic>
        <p:nvPicPr>
          <p:cNvPr id="4" name="Image 0" descr="C:\Users\мой пк\Documents\MultiTool\HomeChats\Chat\gus-vyluplenie.jpg">    </p:cNvPr>
          <p:cNvPicPr>
            <a:picLocks noChangeAspect="1"/>
          </p:cNvPicPr>
          <p:nvPr/>
        </p:nvPicPr>
        <p:blipFill>
          <a:blip r:embed="rId1"/>
          <a:srcRect l="0" r="0" t="8974" b="8974"/>
          <a:stretch/>
        </p:blipFill>
        <p:spPr>
          <a:xfrm>
            <a:off x="6263640" y="1371600"/>
            <a:ext cx="534924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28–30 дней инкубации — вылупление гусят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Температура в первые дни: 28–30°C (с постепенным снижением)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корм: варёное яйцо, творог, рубленая зелень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Чистая вода в неглубоких поилках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Круглосуточное освещение в первую неделю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20 дням — объединение с остальным молодняком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 4: Рост, откорм и взрослое стадо</a:t>
            </a:r>
            <a:endParaRPr lang="en-US" sz="3000" dirty="0"/>
          </a:p>
        </p:txBody>
      </p:sp>
      <p:pic>
        <p:nvPicPr>
          <p:cNvPr id="4" name="Image 0" descr="C:\Users\мой пк\Documents\MultiTool\HomeChats\Chat\gus-vzroslye.jpg">    </p:cNvPr>
          <p:cNvPicPr>
            <a:picLocks noChangeAspect="1"/>
          </p:cNvPicPr>
          <p:nvPr/>
        </p:nvPicPr>
        <p:blipFill>
          <a:blip r:embed="rId1"/>
          <a:srcRect l="0" r="0" t="8974" b="8974"/>
          <a:stretch/>
        </p:blipFill>
        <p:spPr>
          <a:xfrm>
            <a:off x="6263640" y="1371600"/>
            <a:ext cx="534924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Постепенный переход с комбикорма на грубые корма + пастбище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16–24 неделям — половая зрелость и товарный вес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Племенное стадо: особый рацион для яйценоскости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Товарное стадо: финальный откорм за 2–3 недели до забоя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Забой — гуманно, с сохранением качества мяса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Содержание взрослых и продолжение потомства</a:t>
            </a:r>
            <a:endParaRPr lang="en-US" sz="3000" dirty="0"/>
          </a:p>
        </p:txBody>
      </p:sp>
      <p:pic>
        <p:nvPicPr>
          <p:cNvPr id="4" name="Image 0" descr="C:\Users\мой пк\Documents\MultiTool\HomeChats\Chat\gus-soderzhanie.jpg">    </p:cNvPr>
          <p:cNvPicPr>
            <a:picLocks noChangeAspect="1"/>
          </p:cNvPicPr>
          <p:nvPr/>
        </p:nvPicPr>
        <p:blipFill>
          <a:blip r:embed="rId1"/>
          <a:srcRect l="0" r="0" t="7895" b="7895"/>
          <a:stretch/>
        </p:blipFill>
        <p:spPr>
          <a:xfrm>
            <a:off x="6263640" y="1371600"/>
            <a:ext cx="2606040" cy="2194560"/>
          </a:xfrm>
          <a:prstGeom prst="rect">
            <a:avLst/>
          </a:prstGeom>
        </p:spPr>
      </p:pic>
      <p:pic>
        <p:nvPicPr>
          <p:cNvPr id="5" name="Image 1" descr="C:\Users\мой пк\Documents\MultiTool\HomeChats\Chat\gus-gnezdo.jpg">    </p:cNvPr>
          <p:cNvPicPr>
            <a:picLocks noChangeAspect="1"/>
          </p:cNvPicPr>
          <p:nvPr/>
        </p:nvPicPr>
        <p:blipFill>
          <a:blip r:embed="rId2"/>
          <a:srcRect l="0" r="0" t="7895" b="7895"/>
          <a:stretch/>
        </p:blipFill>
        <p:spPr>
          <a:xfrm>
            <a:off x="6263640" y="3749040"/>
            <a:ext cx="2606040" cy="2194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916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Половая зрелость к 8–10 месяцам; на 1 гусака — 3–5 гусынь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Яйцекладка: март–август, яйца собирают ежедневно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Естественное насиживание: гнездо в тихом месте, наседка сама переворачивает яйца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Искусственная инкубация: 28–30 дней, переворот 3–4 раза/день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Уход за гусятами: тепло 25–28°C, кормление через 2 ч, чистая вода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ЗАКЛЮЧЕНИЕ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результаты проекта</a:t>
            </a:r>
            <a:endParaRPr lang="en-US" sz="3000" dirty="0"/>
          </a:p>
        </p:txBody>
      </p:sp>
      <p:pic>
        <p:nvPicPr>
          <p:cNvPr id="4" name="Image 0" descr="C:\Users\мой пк\Documents\MultiTool\HomeChats\Chat\geese-cover.jpg">    </p:cNvPr>
          <p:cNvPicPr>
            <a:picLocks noChangeAspect="1"/>
          </p:cNvPicPr>
          <p:nvPr/>
        </p:nvPicPr>
        <p:blipFill>
          <a:blip r:embed="rId1"/>
          <a:srcRect l="0" r="0" t="8974" b="8974"/>
          <a:stretch/>
        </p:blipFill>
        <p:spPr>
          <a:xfrm>
            <a:off x="6263640" y="1371600"/>
            <a:ext cx="534924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1168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Правильное кормление и оптимальные условия содержания — ключевые факторы продуктивности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Адаптированные рационы с витаминами и минералами ускоряют рост и развитие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Специализированный уход и профилактика снижают смертность и повышают выход мяса и яиц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7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рекомендована для малых и средних фермерских хозяйств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668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Камший Пётр · 9 «Б» класс · МБОУ СОШ № 100-Ф</a:t>
            </a:r>
            <a:endParaRPr lang="en-US" sz="1400" dirty="0"/>
          </a:p>
        </p:txBody>
      </p:sp>
    </p:spTree>
  </p:cSld>
  <p:clrMapOvr>
    <a:masterClrMapping/>
  </p:clrMapOvr>
  <p:transition>
    <p:dur val="800"/>
    <p:fade/>
    <p:advTm val="6000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2026-08-27T17:29:26Z</dcterms:created>
  <dcterms:modified xsi:type="dcterms:W3CDTF">2026-08-27T17:29:26Z</dcterms:modified>
</cp:coreProperties>
</file>